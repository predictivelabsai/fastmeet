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FastMeet</a:t>
            </a:r>
            <a:br/>
            <a:r>
              <a:t>Platform Guide</a:t>
            </a:r>
          </a:p>
          <a:p>
            <a:pPr>
              <a:defRPr sz="1800">
                <a:solidFill>
                  <a:srgbClr val="F97316"/>
                </a:solidFill>
              </a:defRPr>
            </a:pPr>
            <a:r>
              <a:t>2026-08-19  •  https://meet.fastsme.com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**FastMeet** is an open-source **meeting scheduler** built with — a server-side, HTMX-driven port of the scheduling &amp; rooms half of . Python-first, no JavaScript framework: a dashboard, upcoming/past meetings, meeting detail with participants &amp; agenda, a (simulated) room lobby, scheduling, and **AI agenda generation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Better meetings, from scheduling to follow-through.</a:t>
            </a:r>
          </a:p>
        </p:txBody>
      </p:sp>
      <p:pic>
        <p:nvPicPr>
          <p:cNvPr id="3" name="Picture 2" descr="01-better-meetings-from-scheduling-to-follow-throug.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MEETINGS Better meetings, from scheduling to follow-through. Coordinate rooms and participants, build agendas, capture attendance, and turn conversations into useful summaries. Sign In or Register Explore the open-source suite → Product tour · see the workspac</a:t>
            </a:r>
          </a:p>
          <a:p>
            <a:pPr>
              <a:defRPr sz="900">
                <a:solidFill>
                  <a:srgbClr val="F97316"/>
                </a:solidFill>
              </a:defRPr>
            </a:pPr>
            <a:r>
              <a:t>https://meet.fastsme.com/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FastMeet API.</a:t>
            </a:r>
          </a:p>
        </p:txBody>
      </p:sp>
      <p:pic>
        <p:nvPicPr>
          <p:cNvPr id="3" name="Picture 2" descr="02-build-with-the-fastmeet-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FastMeet Developers Back to product DEVELOPER PLATFORM · API V1 Build with the FastMeet API. Read the live demo database through a typed, versioned API. Selected integration writes are implemented behind bearer-token authentication. Open Swagger UI Open ReDoc</a:t>
            </a:r>
          </a:p>
          <a:p>
            <a:pPr>
              <a:defRPr sz="900">
                <a:solidFill>
                  <a:srgbClr val="F97316"/>
                </a:solidFill>
              </a:defRPr>
            </a:pPr>
            <a:r>
              <a:t>https://meet.fastsme.com/developers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-331771831%3A1787122800311098&amp;access_type=online&amp;client_id=887059023987-2a7spj1m82eivobdbt1itb3cqca6tpt1.apps.googleusercontent.com&amp;o2v=2&amp;prompt=select_account&amp;redirect_uri=https%3A%2F%2Fmeet.fastsme.com%2Fauth%2Fgoogle%2Fcallback&amp;response_type=code&amp;scope=openid+email+profile&amp;service=lso&amp;state=-K8IQRtF7Q44ozfnLys-8TKCYHqkqDg0rRzI5opS7b0&amp;flowName=GeneralOAuthLite&amp;continue=https%3A%2F%2Faccounts.google.com%2Fsignin%2Foauth%2Flegacy%2Fconsent%3Fauthuser%3Dunknown%26part%3DAJi8hAOY3ev1p_Co15ZcKcWm36b0xLHdJJJbs2xvOm5dcmc5TNGzG_2rygi3SNgq194eODNxI3BSM-h_x2lKzhS0EG3eE552PYoLnBv3TyYkHJU05HcvaMO6wwjzwNP8EFBvs5QIjUw8_DSETbI4eDVz8uMCpprzuhKvg2PDgvLnBF1TU66VXO1tun2IJPF7KvmhKUa3AkLhfuAabwyTQpeod_Gvj-B2vdq8PQBvMaKv-n-S5S2kF99I4c941kArcgoiBkbYkiUF3tJCkim6f_9zFGxxBzjxoD5Q8jxS6L8pym6Yz4gVPfbGdb3oZJO6gX7gfxQVcFc4Po1x4ao26lAKarTXAWw8qv8qVAfjpaigtij6e0VkR-kxKezQ9QrJ6U2wEz42BjqV-ei3Fr-ZLBtLez1YRF2Te4DJyutvoSgyvKUl0XlzUnJhcUtxQMC1EZCB-fDs_zeIEZ4zwAtht8suByFcaOjHRg%26flowName%3DGeneralOAuthFlow%26as%3DS-331771831%253A1787122800311098%26client_id%3D887059023987-2a7spj1m82eivobdbt1itb3cqca6tpt1.apps.googleusercontent.com%23&amp;app_domain=https%3A%2F%2Fmeet.fastsme.com&amp;rart=ANgoxcfDSbdsWfDqB_xDUQ6Z0KqF4G0F3JHrGOhfLlw08T4YR8q781ZfKQYGsT6E75bXd65MEF_fJnCSRQcmG-F10z0mp-EUy4hCPW8rOUkIw_Zs_pWfJv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